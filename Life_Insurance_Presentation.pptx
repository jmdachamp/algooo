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8962E"/>
                </a:solidFill>
                <a:latin typeface="Calibri"/>
              </a:defRPr>
            </a:pPr>
            <a:r>
              <a:t>LIFE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Your Trusted Broker for the Best Coverage &amp;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286000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0"/>
                </a:solidFill>
                <a:latin typeface="Calibri"/>
              </a:defRPr>
            </a:pPr>
            <a:r>
              <a:t>We shop the market so you don't have 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WHY LIFE INSURANCE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Provides financial security for your loved ones if the unexpected happens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Replaces lost income to maintain your family’s standard of living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Covers outstanding debts — mortgages, loans, and credit cards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Funds your children’s education and future milestones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Covers funeral and final expenses, easing the burden on family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Offers peace of mind knowing your family is protected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 Are Independent Life Insurance Brokers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We are NOT tied to any single insurance company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We work for YOU — not the insurance carriers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Access to dozens of top-rated insurance providers nationwide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Licensed professionals with deep industry expertise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Our mission: find you the best coverage at the best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THE BROKER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41148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8962E"/>
                </a:solidFill>
                <a:latin typeface="Calibri"/>
              </a:defRPr>
            </a:pPr>
            <a:r>
              <a:t>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560320"/>
            <a:ext cx="1371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 compare policies from</a:t>
            </a:r>
            <a:br/>
            <a:r>
              <a:t>multiple carriers to find</a:t>
            </a:r>
            <a:br/>
            <a:r>
              <a:t>the perfect fit for your</a:t>
            </a:r>
            <a:br/>
            <a:r>
              <a:t>needs and budget.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41148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8962E"/>
                </a:solidFill>
                <a:latin typeface="Calibri"/>
              </a:defRPr>
            </a:pPr>
            <a:r>
              <a:t>SAVINGS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560320"/>
            <a:ext cx="1371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Competitive quoting means</a:t>
            </a:r>
            <a:br/>
            <a:r>
              <a:t>you get the best rates —</a:t>
            </a:r>
            <a:br/>
            <a:r>
              <a:t>often saving 20-40% vs.</a:t>
            </a:r>
            <a:br/>
            <a:r>
              <a:t>going direct to one carrier.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200400" cy="41148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20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8962E"/>
                </a:solidFill>
                <a:latin typeface="Calibri"/>
              </a:defRPr>
            </a:pPr>
            <a:r>
              <a:t>ADVOCACY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560320"/>
            <a:ext cx="1371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 handle the paperwork,</a:t>
            </a:r>
            <a:br/>
            <a:r>
              <a:t>negotiate on your behalf,</a:t>
            </a:r>
            <a:br/>
            <a:r>
              <a:t>and support you through</a:t>
            </a:r>
            <a:br/>
            <a:r>
              <a:t>the entire claims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TYPES OF LIFE INSURANCE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2E"/>
                </a:solidFill>
                <a:latin typeface="Calibri"/>
              </a:defRPr>
            </a:pPr>
            <a:r>
              <a:t>TERM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Affordable coverage for a set period (10, 20, or 30 years). Ideal for young families and mortgage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515600" cy="105156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2E"/>
                </a:solidFill>
                <a:latin typeface="Calibri"/>
              </a:defRPr>
            </a:pPr>
            <a:r>
              <a:t>WHOLE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Lifetime coverage with a guaranteed cash value component. Builds wealth over time with fixed premiums.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515600" cy="105156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2E"/>
                </a:solidFill>
                <a:latin typeface="Calibri"/>
              </a:defRPr>
            </a:pPr>
            <a:r>
              <a:t>UNIVERSAL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Flexible premiums and adjustable death benefits. Offers cash value growth tied to market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10515600" cy="105156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2E"/>
                </a:solidFill>
                <a:latin typeface="Calibri"/>
              </a:defRPr>
            </a:pPr>
            <a:r>
              <a:t>INDEXED UNIVERSAL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Cash value growth linked to a stock index with downside protection. Upside potential with a safety 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HOW WE GET YOU THE BEST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D3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962E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We learn about your needs, goals, health, and budget in a free consultation.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D3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962E"/>
                </a:solidFill>
                <a:latin typeface="Calibri"/>
              </a:defRPr>
            </a:pPr>
            <a:r>
              <a:t>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We compare quotes from 30+ top-rated carriers to find the best options.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D3A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962E"/>
                </a:solidFill>
                <a:latin typeface="Calibri"/>
              </a:defRPr>
            </a:pPr>
            <a: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We present the top choices with clear comparisons — no jargon, no pressure.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D3A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962E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We handle the application, underwriting, and paperwork for a smooth process.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77840"/>
            <a:ext cx="640080" cy="64008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D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962E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We’re here for you year after year — reviews, updates, and claims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WHY CLIENTS CHOOSE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Independent &amp; unbiased — we work for you, not insurance companies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Access to 30+ top-rated carriers for the most competitive rates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Personalized guidance tailored to your unique situation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No cost to you — our services are free (carriers pay our commission)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Expert knowledge of underwriting to match you with the right carrier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Ongoing support — annual reviews and claims advocacy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•  ✓  Fast, hassle-free process from quote to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962E"/>
                </a:solidFill>
                <a:latin typeface="Calibri"/>
              </a:defRPr>
            </a:pPr>
            <a:r>
              <a:t>WHAT OUR CLIENTS 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144000" cy="13716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“They saved us over $1,200 a year by shopping multiple carriers. We never would have found that rate on our own.”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8962E"/>
                </a:solidFill>
                <a:latin typeface="Calibri"/>
              </a:defRPr>
            </a:pPr>
            <a:r>
              <a:t>— The Johnson 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00400"/>
            <a:ext cx="9144000" cy="13716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“The process was so easy. They handled everything and I had coverage within a week.”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8962E"/>
                </a:solidFill>
                <a:latin typeface="Calibri"/>
              </a:defRPr>
            </a:pPr>
            <a:r>
              <a:t>— Michael 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846320"/>
            <a:ext cx="9144000" cy="137160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983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“As a small business owner, I needed the right policy to protect my family and my business. They found the perfect solution.”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C8962E"/>
                </a:solidFill>
                <a:latin typeface="Calibri"/>
              </a:defRPr>
            </a:pPr>
            <a:r>
              <a:t>— Sarah T., Business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962E"/>
                </a:solidFill>
                <a:latin typeface="Calibri"/>
              </a:defRPr>
            </a:pPr>
            <a:r>
              <a:t>GET YOUR FREE QUOTE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286000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No obligation. No pressure. Just honest advice and the best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931920"/>
            <a:ext cx="5486400" cy="2011680"/>
          </a:xfrm>
          <a:prstGeom prst="round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4114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8962E"/>
                </a:solidFill>
                <a:latin typeface="Calibri"/>
              </a:rPr>
              <a:t>Contact Us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Phone: (XXX) XXX-XXXX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Email: info@yourcompany.com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Calibri"/>
              </a:rPr>
              <a:t>Web: www.yourcompany.com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0F0"/>
                </a:solidFill>
                <a:latin typeface="Calibri"/>
              </a:defRPr>
            </a:pPr>
            <a:r>
              <a:t>Let us do the shopping — so you get the best protection at the best price.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